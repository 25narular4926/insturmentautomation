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teststand_named_demo - routed capture across two scopes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dirty="0">
                <a:solidFill>
                  <a:srgbClr val="000000"/>
                </a:solidFill>
                <a:latin typeface="Arial"/>
              </a:rPr>
              <a:t>What it does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500" b="0" dirty="0">
                <a:solidFill>
                  <a:srgbClr val="000000"/>
                </a:solidFill>
                <a:latin typeface="Arial"/>
              </a:rPr>
              <a:t>Detect the instruments on the bench, configure them, drive two waveforms from one function generator into two oscilloscopes, then capture and save each result.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rial"/>
              </a:rPr>
              <a:t>The bench (all on SCPI port 5025)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  <a:latin typeface="Consolas"/>
              </a:rPr>
              <a:t>•  funcgen1 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Tektronix AFG31102, serial B011788 - stimulus (2 channels)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  <a:latin typeface="Consolas"/>
              </a:rPr>
              <a:t>•  oscope1  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Keysight DSO-X 3034G, serial MY64520125 - captures the sine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500" b="1" dirty="0">
                <a:solidFill>
                  <a:srgbClr val="000000"/>
                </a:solidFill>
                <a:latin typeface="Consolas"/>
              </a:rPr>
              <a:t>•  oscope2  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Tektronix MSO24, serial C017370 - captures the square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rial"/>
              </a:rPr>
              <a:t>Where the functions come from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dirty="0">
                <a:solidFill>
                  <a:srgbClr val="000000"/>
                </a:solidFill>
                <a:latin typeface="Arial"/>
              </a:rPr>
              <a:t>Every call is </a:t>
            </a:r>
            <a:r>
              <a:rPr sz="1500" b="1" dirty="0" err="1">
                <a:solidFill>
                  <a:srgbClr val="000000"/>
                </a:solidFill>
                <a:latin typeface="Consolas"/>
              </a:rPr>
              <a:t>teststand_api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- one module that combines the oscilloscope library and the function-generator library. Instruments are named by serial number, not 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The sequence - functions and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525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Arial"/>
              </a:rPr>
              <a:t>Setup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scan_bench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(5025)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  -&gt; Scans all available Ips on port 5025 and returns list of viable Instrument IPs</a:t>
            </a:r>
            <a:endParaRPr sz="1400" b="0" dirty="0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connect_matching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("oscope1", "MY64520125", 5025)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configure_scope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("oscope1", "</a:t>
            </a:r>
            <a:r>
              <a:rPr sz="1400" b="0" dirty="0" err="1">
                <a:solidFill>
                  <a:srgbClr val="000000"/>
                </a:solidFill>
                <a:latin typeface="Consolas"/>
              </a:rPr>
              <a:t>signal_view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", "1,2")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Arial"/>
              </a:rPr>
              <a:t>Main - create the two waveforms and route them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set_function_gen_waveform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("funcgen1", 1, "SIN", 1000, 10, 5)     -&gt;  oscope1 CH1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set_function_gen_waveform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("funcgen1", 2, "SQU", 1000, 10, 5)     -&gt;  oscope2 CH1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function_gen_output_on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("funcgen1", 1)   /   </a:t>
            </a:r>
            <a:r>
              <a:rPr sz="1400" b="0" dirty="0" err="1">
                <a:solidFill>
                  <a:srgbClr val="000000"/>
                </a:solidFill>
                <a:latin typeface="Consolas"/>
              </a:rPr>
              <a:t>function_gen_output_on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("funcgen1", 2)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Arial"/>
              </a:rPr>
              <a:t>Capture + save (repeated per scope)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capture_scope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("oscope1", "1")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scope_rms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("oscope1", 1)      # also </a:t>
            </a:r>
            <a:r>
              <a:rPr sz="1400" b="0" dirty="0" err="1">
                <a:solidFill>
                  <a:srgbClr val="000000"/>
                </a:solidFill>
                <a:latin typeface="Consolas"/>
              </a:rPr>
              <a:t>scope_vmax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 / </a:t>
            </a:r>
            <a:r>
              <a:rPr sz="1400" b="0" dirty="0" err="1">
                <a:solidFill>
                  <a:srgbClr val="000000"/>
                </a:solidFill>
                <a:latin typeface="Consolas"/>
              </a:rPr>
              <a:t>scope_vmin</a:t>
            </a:r>
            <a:endParaRPr sz="1400" b="0" dirty="0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save_scope_csv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("oscope1", "ch1.csv")     -&gt;  results/oscope1_ch1.csv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save_scope_png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("oscope1", "ch1.png")     -&gt;  results/oscope1_ch1.png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Arial"/>
              </a:rPr>
              <a:t>Cleanup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0000"/>
                </a:solidFill>
                <a:latin typeface="Consolas"/>
              </a:rPr>
              <a:t>all_function_gen_outputs_off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()   /   </a:t>
            </a:r>
            <a:r>
              <a:rPr sz="1400" b="0" dirty="0" err="1">
                <a:solidFill>
                  <a:srgbClr val="000000"/>
                </a:solidFill>
                <a:latin typeface="Consolas"/>
              </a:rPr>
              <a:t>disconnect_all</a:t>
            </a:r>
            <a:r>
              <a:rPr sz="1400" b="0" dirty="0">
                <a:solidFill>
                  <a:srgbClr val="000000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Consolas"/>
              </a:rPr>
              <a:t>•  oscope1</a:t>
            </a:r>
            <a:r>
              <a:rPr sz="1500" b="0">
                <a:solidFill>
                  <a:srgbClr val="000000"/>
                </a:solidFill>
                <a:latin typeface="Arial"/>
              </a:rPr>
              <a:t>  (Keysight, sine):   986 pts,  Vpp 10.15 V,  RMS 6.14 V   -   configure 15/15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Consolas"/>
              </a:rPr>
              <a:t>•  oscope2</a:t>
            </a:r>
            <a:r>
              <a:rPr sz="1500" b="0">
                <a:solidFill>
                  <a:srgbClr val="000000"/>
                </a:solidFill>
                <a:latin typeface="Arial"/>
              </a:rPr>
              <a:t>  (Tek MSO24, square):   10,000 pts,  Vpp 10.30 V,  RMS 7.19 V   -   configure 13/15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BENCH RESULT: PASS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Saved:  </a:t>
            </a:r>
            <a:r>
              <a:rPr sz="1300" b="0">
                <a:solidFill>
                  <a:srgbClr val="555555"/>
                </a:solidFill>
                <a:latin typeface="Consolas"/>
              </a:rPr>
              <a:t>results/oscope1_ch1.{png,csv}</a:t>
            </a:r>
            <a:r>
              <a:rPr sz="1300" b="0">
                <a:solidFill>
                  <a:srgbClr val="555555"/>
                </a:solidFill>
                <a:latin typeface="Arial"/>
              </a:rPr>
              <a:t>   and   </a:t>
            </a:r>
            <a:r>
              <a:rPr sz="1300" b="0">
                <a:solidFill>
                  <a:srgbClr val="555555"/>
                </a:solidFill>
                <a:latin typeface="Consolas"/>
              </a:rPr>
              <a:t>results/oscope2_ch1.{png,csv}</a:t>
            </a:r>
          </a:p>
        </p:txBody>
      </p:sp>
      <p:pic>
        <p:nvPicPr>
          <p:cNvPr id="4" name="Picture 3" descr="oscope1_c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5486400" cy="2805478"/>
          </a:xfrm>
          <a:prstGeom prst="rect">
            <a:avLst/>
          </a:prstGeom>
        </p:spPr>
      </p:pic>
      <p:pic>
        <p:nvPicPr>
          <p:cNvPr id="5" name="Picture 4" descr="oscope2_c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200400"/>
            <a:ext cx="5486400" cy="28054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417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Narula, Ritvik</cp:lastModifiedBy>
  <cp:revision>2</cp:revision>
  <dcterms:created xsi:type="dcterms:W3CDTF">2013-01-27T09:14:16Z</dcterms:created>
  <dcterms:modified xsi:type="dcterms:W3CDTF">2026-07-28T15:28:37Z</dcterms:modified>
  <cp:category/>
</cp:coreProperties>
</file>